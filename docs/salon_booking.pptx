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30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5088636"/>
            <a:ext cx="873252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Booking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salon owners &amp; customers through seamless digital appointment management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2514600" cy="658368"/>
          </a:xfrm>
          <a:prstGeom prst="rect">
            <a:avLst/>
          </a:prstGeom>
          <a:solidFill>
            <a:srgbClr val="1A2F45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31927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3246120"/>
            <a:ext cx="2514600" cy="658368"/>
          </a:xfrm>
          <a:prstGeom prst="rect">
            <a:avLst/>
          </a:prstGeom>
          <a:solidFill>
            <a:srgbClr val="1A2F45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31927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3246120"/>
            <a:ext cx="2514600" cy="658368"/>
          </a:xfrm>
          <a:prstGeom prst="rect">
            <a:avLst/>
          </a:prstGeom>
          <a:solidFill>
            <a:srgbClr val="1A2F45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331927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3300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Lifecycle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5800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8580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258568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258568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831336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831336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04104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404104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76872" y="4206240"/>
            <a:ext cx="1371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976872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exists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0" cy="3383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The Pain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Phone-tag scheduling wastes hours daily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available time slots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 cause customer churn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dashboard for owners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follow-ups for confirmations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560320"/>
            <a:ext cx="512064" cy="512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1170432"/>
            <a:ext cx="3840480" cy="3383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1170432"/>
            <a:ext cx="3840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Our Solution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7492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slot browser — book in seconds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hold prevents double-booking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services, schedule,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cron jobs manage lifecycle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 built-in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each user type needs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840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8404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Owner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719072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salon profile &amp; working hours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day-off &amp; lunch break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services with custom pricing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reject incoming bookings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booking history &amp; reports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email / SMS notifications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1115568"/>
            <a:ext cx="3840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1115568"/>
            <a:ext cx="38404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704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74920" y="1719072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all registered salons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services, ratings &amp; reviews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live available time slots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one or more consecutive slots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 within 10-min hold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bookings &amp; submit reviews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041648" y="2194560"/>
            <a:ext cx="106070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224942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41648" y="2578608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design — no shortcuts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115568"/>
            <a:ext cx="6949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jQuery 3.7 · Vanilla 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938528"/>
            <a:ext cx="274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2029968"/>
            <a:ext cx="6949440" cy="822960"/>
          </a:xfrm>
          <a:prstGeom prst="rect">
            <a:avLst/>
          </a:prstGeom>
          <a:solidFill>
            <a:srgbClr val="1C5E78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208483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323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· Express.js 4  |  Routes → Controllers → Services → Models  |  node-cron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2852928"/>
            <a:ext cx="274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2944368"/>
            <a:ext cx="694944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0160" y="299923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46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  ·  Sequelize ORM  ·  8 Tables  ·  Migrations &amp; Seeders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(Owner / Customer)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notification layer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DB-backed session store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error handling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8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at the 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1828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188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70432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1188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open/close_time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170432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170432"/>
            <a:ext cx="1828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1188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170432"/>
            <a:ext cx="2148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1170432"/>
            <a:ext cx="2148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48272" y="11887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15544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custom_price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743200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743200"/>
            <a:ext cx="1828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127248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743200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68880" y="2743200"/>
            <a:ext cx="1828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42032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3127248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743200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2743200"/>
            <a:ext cx="1828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45152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3127248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(1–5)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2743200"/>
            <a:ext cx="2148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75120" y="2743200"/>
            <a:ext cx="2148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8272" y="27614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312724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00" dirty="0"/>
          </a:p>
          <a:p>
            <a:pPr marL="342900" indent="-342900">
              <a:buSzPct val="100000"/>
              <a:buChar char="‣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sent_at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→ 1 Salon (owner)   ·   Booking status drives slot availability (hold → confirm/reject/cancel)   ·   Review is 1:1 with Booking (only after COMPLETED)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Lifecycle &amp; REST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clean API surface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State Machine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719072"/>
            <a:ext cx="146304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14630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23317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3246120"/>
            <a:ext cx="146304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32461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46304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463040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90195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confirms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rejects / timeout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34640" y="2816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7307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cancels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115568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2070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41605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/api/auth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1901952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/reset-password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60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/api/owner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3017520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GET|PUT /profile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/schedule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GET|POST /services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/bookings + confirm/reject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858768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36592" y="3858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/api/customer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4133088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/owners (browse)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/owners/:id/slots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/bookings</a:t>
            </a:r>
            <a:endParaRPr lang="en-US" sz="900" dirty="0"/>
          </a:p>
          <a:p>
            <a:pPr marL="342900" indent="-342900">
              <a:buSzPct val="100000"/>
              <a:buChar char="▸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confirm/cancel  ·  POST /reviews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stack — Internet → Nginx → PM2 → Node → PostgreSQL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6400800" cy="621792"/>
          </a:xfrm>
          <a:prstGeom prst="rect">
            <a:avLst/>
          </a:prstGeom>
          <a:solidFill>
            <a:srgbClr val="1C5E78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Client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147218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Traffic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764792"/>
            <a:ext cx="274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1874520"/>
            <a:ext cx="64008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 (Port 80 / 443)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220370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SSL Termination · Static Files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2496312"/>
            <a:ext cx="274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6400800" cy="621792"/>
          </a:xfrm>
          <a:prstGeom prst="rect">
            <a:avLst/>
          </a:prstGeom>
          <a:solidFill>
            <a:srgbClr val="1A2F4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App  (PM2)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293522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start server.js  ·  Auto-restart · Clustering · Logs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3227832"/>
            <a:ext cx="274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3337560"/>
            <a:ext cx="6400800" cy="621792"/>
          </a:xfrm>
          <a:prstGeom prst="rect">
            <a:avLst/>
          </a:prstGeom>
          <a:solidFill>
            <a:srgbClr val="1A2F4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366674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saloon_booking database  ·  systemd managed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416552"/>
            <a:ext cx="155448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" y="4434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" y="46725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4416552"/>
            <a:ext cx="155448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57984" y="4434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57984" y="46725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nodemon reload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94760" y="4416552"/>
            <a:ext cx="155448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9624" y="4434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db:migrate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9624" y="46725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migrations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0" y="4416552"/>
            <a:ext cx="155448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41264" y="4434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db:seed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41264" y="46725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demo data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78040" y="4416552"/>
            <a:ext cx="155448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32904" y="443484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db:reset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32904" y="467258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reset cycle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Why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choices, not defaults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3716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55648" y="1115568"/>
            <a:ext cx="27432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47088" y="1115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38404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15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6304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55648" y="146304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4813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47088" y="1481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· CSS3 · jQuery 3.7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14813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Zero-build, lightweight, browser-native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847088"/>
            <a:ext cx="13716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55648" y="1847088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847088"/>
            <a:ext cx="3840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18653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47088" y="18653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18 · Express.js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186537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 · huge ecosystem · fast to 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231136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55648" y="2231136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2231136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2494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47088" y="22494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14+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24942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compliance · relational integrity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15184"/>
            <a:ext cx="13716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755648" y="2615184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2615184"/>
            <a:ext cx="3840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6334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47088" y="26334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Sequelize 6 · Migrations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2633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versioning · safe deployments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99232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55648" y="299923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2999232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0175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47088" y="30175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express-session + Sequelize store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0175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DB-backed sessions · no extra infrastructure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383280"/>
            <a:ext cx="13716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55648" y="3383280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17720" y="3383280"/>
            <a:ext cx="3840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4015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47088" y="34015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node-cron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4015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cron · no external queue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376732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55648" y="3767328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17720" y="3767328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1480" y="37856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47088" y="37856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9160" y="378561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password hashing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151376"/>
            <a:ext cx="13716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755648" y="4151376"/>
            <a:ext cx="27432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617720" y="4151376"/>
            <a:ext cx="38404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41696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Infra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847088" y="41696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· Nginx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09160" y="41696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· SSL · static serving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→ owner@salon.com / Owner@123    ·    Customer → customer@example.com / Customer@123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On-screen Show (16:9)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Booking System</dc:title>
  <dc:subject>PptxGenJS Presentation</dc:subject>
  <dc:creator>PptxGenJS</dc:creator>
  <cp:lastModifiedBy>Tushar Kardile</cp:lastModifiedBy>
  <cp:revision>2</cp:revision>
  <dcterms:created xsi:type="dcterms:W3CDTF">2026-03-10T06:08:23Z</dcterms:created>
  <dcterms:modified xsi:type="dcterms:W3CDTF">2026-03-10T06:13:38Z</dcterms:modified>
</cp:coreProperties>
</file>